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B60B8-B800-4732-9E1E-05BB0A3F1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0FD720-5B9B-4AF5-82D4-28D046F6E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5E8FAF-DAD8-44F2-B74A-77220377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206A88-3C69-44B7-ACC8-85FC80C2C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5CD81B-4F26-473D-B22C-102116DA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4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72CCF-F377-4295-BFC9-7EF718D67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940A5E-E0AE-41A3-9A8D-6090F1D0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40CCAD-6CE7-4E16-B3E0-2CCAA572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6185A-8080-4AD4-B14A-1F3CD001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74AB7-8243-49E2-A88D-4A7C6A02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460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F77513-FCDD-4E98-A5ED-575738B5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5D86FB-D722-47E6-991F-F70FF8594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7B3AB4-2E00-44A2-87DE-2C2EC5BB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BF059C-772D-4356-8391-B7FAE8A6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3EDC8F-8C14-42B9-8883-605EDC93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883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58EFA-7A1D-44A6-B3AA-DA1255B2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D8C980-6F5C-4823-9348-64EDA602D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8F5ECEA-BC8B-45B8-A737-7875063C8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88AAAA-43F0-43AB-9B16-275EC4C9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3E76FE-05B3-4B47-85AE-6ACFC068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30C421-77E9-4714-A73A-9A1E67DA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50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A147B-41E1-45D8-B423-C6A71F8E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D68409-0813-4965-AAE1-8DEFAD991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0D18F6-73DC-48B0-A41F-7FD0364A9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18C250-38C7-4E62-BB18-36FCB7732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FECFC4-6A77-4D00-A38F-92DE01E3A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80748FA-508B-44BD-8A4A-1AD52F93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2461F35-FCC2-4955-9578-5B70636E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2F9AE3-C6D2-422B-A190-3CA9D436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51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77C21-B96A-449B-B872-187D0BF6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C52035-46E7-468B-81DF-AA833F69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3E940D-3813-430F-9960-9DA8A10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13FB2F-37A0-4C53-8657-67E085AD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81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7DF1D0-956B-41B3-8BA1-66C590C7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F7E276-B02C-4BFF-AAE6-21F78C63A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1FBB7F-B6AC-47A3-8E3C-E9C2009C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35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E88FF-924D-4325-BB30-BD94E065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26008D-1D86-4F4C-91E4-D24CE1229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F3D125D-071C-47C2-9C80-274E4D21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783E87-1BA5-469F-9796-9911B037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8B4CEB-6058-4A6C-91BC-7DB25E34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3B8971-FBE3-436B-A8FA-DF40229A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5387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A34F2A-E060-411B-A84C-74C87055B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B216128-9AAA-4144-9B21-2B0653369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7CC67B3-0207-44A0-BB80-2B9C17A3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DA1B4B-4933-48A5-88D2-0454746B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AD2B90-1352-4D43-8D46-F7261449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B082CB-0A59-47FA-B7D5-0E65698CA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92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AB0DF-AE1F-4A78-8FCE-33F52B74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A037AF-E8C0-43E0-A6C7-3BB4F0D8C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2C5303-7AB6-4B04-AE25-5682B2C2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943283-1CBF-4E48-B0CB-DA392337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4DC07-88A8-46E3-B1DC-C0169CC5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91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F9F88D2-29B6-4F9E-B3E3-1F345E675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EAB13B6-AAD5-45B7-93AB-3F8D05D0B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26E6A5-AE20-4E06-8953-BE9973D3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18E648-26DB-468B-9761-04854B0F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DE7F40-FA10-422C-90B1-632A416D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94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EE9ACDF-F9F4-49C6-A5E7-FC53BDB3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784050-1223-44D8-A177-348D6D80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5B648F-4A9D-458E-8189-D6AB512AF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B1C18-27FD-4F87-9245-6AEC04336D5D}" type="datetimeFigureOut">
              <a:rPr lang="fr-FR" smtClean="0"/>
              <a:t>04/01/2021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CDF750-9F1C-4F4E-859A-443BE2278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99E23D-BF04-4E94-A6F4-13D5642B2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82B07-BC05-45A7-A1C8-8A7B18D002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324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5318E93-3723-41F3-9C99-2997533C0EE1}"/>
              </a:ext>
            </a:extLst>
          </p:cNvPr>
          <p:cNvSpPr txBox="1"/>
          <p:nvPr/>
        </p:nvSpPr>
        <p:spPr>
          <a:xfrm>
            <a:off x="3002132" y="381740"/>
            <a:ext cx="6187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u="sng" dirty="0">
                <a:solidFill>
                  <a:srgbClr val="FF0000"/>
                </a:solidFill>
              </a:rPr>
              <a:t>Exercice 3 : Monopoly Game </a:t>
            </a:r>
          </a:p>
        </p:txBody>
      </p:sp>
      <p:pic>
        <p:nvPicPr>
          <p:cNvPr id="1026" name="Picture 2" descr="Fry's Food Stores - Hasbro Gaming Monopoly Classic Board Game, 1 ct">
            <a:extLst>
              <a:ext uri="{FF2B5EF4-FFF2-40B4-BE49-F238E27FC236}">
                <a16:creationId xmlns:a16="http://schemas.microsoft.com/office/drawing/2014/main" id="{8221D47B-A3CB-41AA-88B7-0BEC89EF7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406" y="1665118"/>
            <a:ext cx="5707187" cy="397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18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14EE2-7262-4802-8BE8-E335BDEA6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2623"/>
            <a:ext cx="10515600" cy="423275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r>
              <a:rPr lang="fr-F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Player</a:t>
            </a:r>
            <a:r>
              <a:rPr lang="fr-FR" dirty="0"/>
              <a:t> : </a:t>
            </a:r>
            <a:r>
              <a:rPr lang="fr-FR" dirty="0">
                <a:solidFill>
                  <a:schemeClr val="accent5"/>
                </a:solidFill>
              </a:rPr>
              <a:t>string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, </a:t>
            </a:r>
            <a:r>
              <a:rPr lang="fr-FR" dirty="0" err="1">
                <a:solidFill>
                  <a:schemeClr val="accent5"/>
                </a:solidFill>
              </a:rPr>
              <a:t>int</a:t>
            </a:r>
            <a:r>
              <a:rPr lang="fr-FR" dirty="0"/>
              <a:t> position, </a:t>
            </a:r>
            <a:r>
              <a:rPr lang="fr-FR" dirty="0" err="1">
                <a:solidFill>
                  <a:schemeClr val="accent5"/>
                </a:solidFill>
              </a:rPr>
              <a:t>bool</a:t>
            </a:r>
            <a:r>
              <a:rPr lang="fr-FR" dirty="0"/>
              <a:t> </a:t>
            </a:r>
            <a:r>
              <a:rPr lang="fr-FR" dirty="0" err="1"/>
              <a:t>inJail</a:t>
            </a:r>
            <a:r>
              <a:rPr lang="fr-FR" dirty="0"/>
              <a:t> – multiple instances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Game</a:t>
            </a:r>
            <a:r>
              <a:rPr lang="fr-FR" dirty="0"/>
              <a:t> : </a:t>
            </a:r>
            <a:r>
              <a:rPr lang="fr-F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List</a:t>
            </a:r>
            <a:r>
              <a:rPr lang="fr-FR" dirty="0"/>
              <a:t> of </a:t>
            </a:r>
            <a:r>
              <a:rPr lang="fr-FR" dirty="0" err="1"/>
              <a:t>Players</a:t>
            </a:r>
            <a:r>
              <a:rPr lang="fr-FR" dirty="0"/>
              <a:t> – single instance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GameBoard</a:t>
            </a:r>
            <a:r>
              <a:rPr lang="fr-FR" dirty="0"/>
              <a:t> – single instance</a:t>
            </a:r>
          </a:p>
          <a:p>
            <a:endParaRPr lang="fr-FR" dirty="0"/>
          </a:p>
          <a:p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PairOfDices</a:t>
            </a:r>
            <a:r>
              <a:rPr lang="fr-FR" dirty="0"/>
              <a:t> – multiple instances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F1E2FF8-7842-4BBF-BF35-A24D25A2B823}"/>
              </a:ext>
            </a:extLst>
          </p:cNvPr>
          <p:cNvSpPr txBox="1"/>
          <p:nvPr/>
        </p:nvSpPr>
        <p:spPr>
          <a:xfrm>
            <a:off x="4123676" y="450849"/>
            <a:ext cx="40792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rgbClr val="FF0000"/>
                </a:solidFill>
              </a:rPr>
              <a:t>Classes to </a:t>
            </a:r>
            <a:r>
              <a:rPr lang="fr-FR" sz="3200" b="1" u="sng" dirty="0" err="1">
                <a:solidFill>
                  <a:srgbClr val="FF0000"/>
                </a:solidFill>
              </a:rPr>
              <a:t>implement</a:t>
            </a:r>
            <a:r>
              <a:rPr lang="fr-FR" sz="3200" b="1" u="sng" dirty="0">
                <a:solidFill>
                  <a:srgbClr val="FF0000"/>
                </a:solidFill>
              </a:rPr>
              <a:t> </a:t>
            </a:r>
            <a:r>
              <a:rPr lang="fr-FR" sz="3200" b="1" dirty="0">
                <a:solidFill>
                  <a:srgbClr val="FF0000"/>
                </a:solidFill>
              </a:rPr>
              <a:t>: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704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5C5CEF0-9AEC-45B3-B276-76372F68A4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79" b="1"/>
          <a:stretch/>
        </p:blipFill>
        <p:spPr>
          <a:xfrm>
            <a:off x="671753" y="377861"/>
            <a:ext cx="10848493" cy="610227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45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EF4C48D-116D-4DCC-BA43-520926D73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84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5E568D-2CC0-475D-9F57-1BF80060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0124"/>
            <a:ext cx="10515600" cy="2929631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There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multiple </a:t>
            </a:r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Players</a:t>
            </a:r>
            <a:r>
              <a:rPr lang="fr-FR" dirty="0"/>
              <a:t> in the </a:t>
            </a:r>
            <a:r>
              <a:rPr lang="fr-FR" dirty="0" err="1"/>
              <a:t>game</a:t>
            </a:r>
            <a:r>
              <a:rPr lang="fr-FR" dirty="0"/>
              <a:t>, and </a:t>
            </a:r>
            <a:r>
              <a:rPr lang="fr-FR" dirty="0" err="1"/>
              <a:t>their</a:t>
            </a:r>
            <a:r>
              <a:rPr lang="fr-FR" dirty="0"/>
              <a:t> state (</a:t>
            </a:r>
            <a:r>
              <a:rPr lang="fr-FR" dirty="0" err="1"/>
              <a:t>inJail</a:t>
            </a:r>
            <a:r>
              <a:rPr lang="fr-FR" dirty="0"/>
              <a:t> or not) </a:t>
            </a:r>
            <a:r>
              <a:rPr lang="fr-FR" dirty="0" err="1"/>
              <a:t>will</a:t>
            </a:r>
            <a:r>
              <a:rPr lang="fr-FR" dirty="0"/>
              <a:t> change </a:t>
            </a:r>
            <a:r>
              <a:rPr lang="fr-FR" dirty="0" err="1"/>
              <a:t>within</a:t>
            </a:r>
            <a:r>
              <a:rPr lang="fr-FR" dirty="0"/>
              <a:t> the </a:t>
            </a:r>
            <a:r>
              <a:rPr lang="fr-FR" dirty="0" err="1"/>
              <a:t>game</a:t>
            </a:r>
            <a:r>
              <a:rPr lang="fr-FR" dirty="0"/>
              <a:t> !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Observer Pattern</a:t>
            </a:r>
          </a:p>
          <a:p>
            <a:pPr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There </a:t>
            </a:r>
            <a:r>
              <a:rPr lang="fr-FR" dirty="0" err="1">
                <a:sym typeface="Wingdings" panose="05000000000000000000" pitchFamily="2" charset="2"/>
              </a:rPr>
              <a:t>will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be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only</a:t>
            </a:r>
            <a:r>
              <a:rPr lang="fr-FR" dirty="0">
                <a:sym typeface="Wingdings" panose="05000000000000000000" pitchFamily="2" charset="2"/>
              </a:rPr>
              <a:t> one </a:t>
            </a:r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GameBoard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 Singleton Pattern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CB86F4-1B64-4765-8C27-AC2B34112FCB}"/>
              </a:ext>
            </a:extLst>
          </p:cNvPr>
          <p:cNvSpPr txBox="1"/>
          <p:nvPr/>
        </p:nvSpPr>
        <p:spPr>
          <a:xfrm>
            <a:off x="4256842" y="497150"/>
            <a:ext cx="367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 err="1">
                <a:solidFill>
                  <a:srgbClr val="FF0000"/>
                </a:solidFill>
              </a:rPr>
              <a:t>Desing</a:t>
            </a:r>
            <a:r>
              <a:rPr lang="fr-FR" sz="3200" b="1" u="sng" dirty="0">
                <a:solidFill>
                  <a:srgbClr val="FF0000"/>
                </a:solidFill>
              </a:rPr>
              <a:t> Pattern </a:t>
            </a:r>
            <a:r>
              <a:rPr lang="fr-FR" sz="3200" b="1" u="sng" dirty="0" err="1">
                <a:solidFill>
                  <a:srgbClr val="FF0000"/>
                </a:solidFill>
              </a:rPr>
              <a:t>Ideas</a:t>
            </a:r>
            <a:endParaRPr lang="fr-FR" sz="32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397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7CD61E2-876C-47C3-92A4-DC4D4D67B564}"/>
              </a:ext>
            </a:extLst>
          </p:cNvPr>
          <p:cNvSpPr txBox="1"/>
          <p:nvPr/>
        </p:nvSpPr>
        <p:spPr>
          <a:xfrm>
            <a:off x="2358501" y="388649"/>
            <a:ext cx="7474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rgbClr val="FF0000"/>
                </a:solidFill>
              </a:rPr>
              <a:t>How to </a:t>
            </a:r>
            <a:r>
              <a:rPr lang="fr-FR" sz="3200" b="1" u="sng" dirty="0" err="1">
                <a:solidFill>
                  <a:srgbClr val="FF0000"/>
                </a:solidFill>
              </a:rPr>
              <a:t>implement</a:t>
            </a:r>
            <a:r>
              <a:rPr lang="fr-FR" sz="3200" b="1" u="sng" dirty="0">
                <a:solidFill>
                  <a:srgbClr val="FF0000"/>
                </a:solidFill>
              </a:rPr>
              <a:t> </a:t>
            </a:r>
            <a:r>
              <a:rPr lang="fr-FR" sz="3200" b="1" u="sng" dirty="0" err="1">
                <a:solidFill>
                  <a:srgbClr val="FF0000"/>
                </a:solidFill>
              </a:rPr>
              <a:t>these</a:t>
            </a:r>
            <a:r>
              <a:rPr lang="fr-FR" sz="3200" b="1" u="sng" dirty="0">
                <a:solidFill>
                  <a:srgbClr val="FF0000"/>
                </a:solidFill>
              </a:rPr>
              <a:t> Design Patterns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231DCA-0F21-4345-8FD2-10D313C2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66" y="1921738"/>
            <a:ext cx="3695700" cy="360045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E86D049-735F-4C31-AE76-73219533C341}"/>
              </a:ext>
            </a:extLst>
          </p:cNvPr>
          <p:cNvSpPr txBox="1"/>
          <p:nvPr/>
        </p:nvSpPr>
        <p:spPr>
          <a:xfrm>
            <a:off x="1069945" y="1234521"/>
            <a:ext cx="240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/>
              <a:t>Singleton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8EEC3C6-EDCA-4C74-A857-1B9E6610C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730" y="1447581"/>
            <a:ext cx="3124200" cy="1371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5112D27-A6FB-46D1-9E48-8DDCC7EA2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336" y="2968000"/>
            <a:ext cx="4090988" cy="350135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6631A54-21E8-4043-8872-FB303E43E1E7}"/>
              </a:ext>
            </a:extLst>
          </p:cNvPr>
          <p:cNvSpPr txBox="1"/>
          <p:nvPr/>
        </p:nvSpPr>
        <p:spPr>
          <a:xfrm>
            <a:off x="5963541" y="1234521"/>
            <a:ext cx="240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/>
              <a:t>Observer</a:t>
            </a:r>
          </a:p>
        </p:txBody>
      </p:sp>
    </p:spTree>
    <p:extLst>
      <p:ext uri="{BB962C8B-B14F-4D97-AF65-F5344CB8AC3E}">
        <p14:creationId xmlns:p14="http://schemas.microsoft.com/office/powerpoint/2010/main" val="14787295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84</Words>
  <Application>Microsoft Office PowerPoint</Application>
  <PresentationFormat>Grand écran</PresentationFormat>
  <Paragraphs>19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Julien Fink</dc:creator>
  <cp:lastModifiedBy>Julien Fink</cp:lastModifiedBy>
  <cp:revision>54</cp:revision>
  <dcterms:created xsi:type="dcterms:W3CDTF">2021-01-04T10:28:10Z</dcterms:created>
  <dcterms:modified xsi:type="dcterms:W3CDTF">2021-01-04T14:06:57Z</dcterms:modified>
</cp:coreProperties>
</file>